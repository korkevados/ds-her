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display deck. We interleave: a few slides, then jump into the notebook, then back. Nothing is presented "all slides first, then code".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business problem before the question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question explicitly; everything after answers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jump to the notebook EDA section and walk the graphs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two EDA anchors we discuss after the live walk-through.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EDA anchor; bridges into the modeling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Jump to the notebook and show the FourierTransformer source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short; it earns the credibility of the results that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Jump to notebook sections 5-6: run inference live, show 94.8% and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the residual error back to the EDA: sit/stand are both near-DC.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Justifies the small, efficient architecture we 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guidance for what to log on the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CRISP-DM Evaluation (5.1) verdict: objectives met.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CRISP-DM Deployment (6.1): what the container holds, and where it runs. We publish the image to Docker Hub and run it on a RunPod pod.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CRISP-DM Deployment (6.1): the request → prediction → dashboard loop. The live preprocessing matches training exactly, so no normalisation is refit at serve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CRISP-DM Monitoring (6.2) and Next steps (5.3).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Conclusions stay up during discussion, then we run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runs on RunPod (not the laptop): deploy the Docker Hub image on a pod, expose :5050, open the pod's HTTPS dashboard URL, point the phone's Sensor Logger HTTP push at &lt;pod-url&gt;/data, then demonstrate. Steps in DEPLOY_RUNPOD.md.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Human Activity Recognition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Smartphone Sensors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278892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CRISP-DM Final Report (HW4) — Evaluation &amp; Deployment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Almog Tal  ·  Daniel Korkevados  ·  Lior Sulshtein  ·  Ilay Damari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3794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Data Science in Industry  ·  Ben-Gurion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 sensors can monitor activity without cameras or wearables — if the model generalizes to new users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Phones already carry an accelerometer and a gyroscope — no extra hardware.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a working prototype that labels a person's activity in near real time.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 is generalization: it must work on people it never trained on.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value: passive, private activity monitoring for health and context apps.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Research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371600"/>
            <a:ext cx="6583680" cy="1371600"/>
          </a:xfrm>
          <a:prstGeom prst="roundRect">
            <a:avLst>
              <a:gd name="adj" fmla="val 5333"/>
            </a:avLst>
          </a:prstGeom>
          <a:solidFill>
            <a:srgbClr val="EBF3FA"/>
          </a:solidFill>
          <a:ln w="15875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417320"/>
            <a:ext cx="6217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Transformer label six activities from 2.56 s of raw, 9-channel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signal — accurately enough for real-time use on unseen people?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Sub-question: does adding frequency (FFT) information help over the raw time signal?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Sub-question: which sensors actually matter?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UCI HAR gives 10,299 windows from 30 subjects, split subject-disjoint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volunteers, waist-mounted phone, 50 Hz; 9 inertial channels.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of 128 samples = 2.56 s; six activities (walk ×3, sit, stand, lie).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is subject-disjoint: 21 train / 9 test — test subjects are never seen.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hold the test set back and score it only once.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36592"/>
            <a:ext cx="8229600" cy="310896"/>
          </a:xfrm>
          <a:prstGeom prst="roundRect">
            <a:avLst>
              <a:gd name="adj" fmla="val 17647"/>
            </a:avLst>
          </a:prstGeom>
          <a:solidFill>
            <a:srgbClr val="E8F3EC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736592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↪  SWITCH TO NOTEBOOK  </a:t>
            </a:r>
            <a:pPr algn="l" indent="0" marL="0">
              <a:buNone/>
            </a:pPr>
            <a:r>
              <a:rPr lang="en-US" sz="1250" dirty="0">
                <a:solidFill>
                  <a:srgbClr val="2E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— Exploratory Data Analysis   (scroll to the pre-run output)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energy splits dynamic from static; gravity direction splits the postures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5" name="Image 0" descr="assets/eda_dynamic_vs_stat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521208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0" y="1325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see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852160" y="169164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Within-window acceleration variance is high for walking, near-zero for static.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Sitting/standing/laying differ mainly by which axis gravity falls on.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static postures are the hard part of the problem.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49884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UCI HAR (Anguita et al., 2013).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Walking shows a sharp ~1.6 Hz gait peak while static postures are near-DC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5" name="Image 0" descr="assets/eda_fft_spect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521208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0" y="1325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see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852160" y="169164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frequency domain cleanly separates motion from stillness.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Motivates a model that can look at the spectrum, not only the time signal.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informs our Fourier+Transformer design.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49884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UCI HAR (Anguita et al., 2013).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compare classical baselines with raw-signal Transformers, including a dual-branch Fourier+Transformer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5" name="Image 0" descr="assets/concept_window_to_mode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521208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0" y="1325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see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852160" y="169164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window feeds three views: 6 features, 165 Fourier features, raw 128×9.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Flagship: a Transformer that attends over time AND over the FFT, then fuses.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hand-engineering for the deep models — they learn from raw signal.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4736592"/>
            <a:ext cx="8229600" cy="310896"/>
          </a:xfrm>
          <a:prstGeom prst="roundRect">
            <a:avLst>
              <a:gd name="adj" fmla="val 17647"/>
            </a:avLst>
          </a:prstGeom>
          <a:solidFill>
            <a:srgbClr val="E8F3EC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4736592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↪  SWITCH TO NOTEBOOK  </a:t>
            </a:r>
            <a:pPr algn="l" indent="0" marL="0">
              <a:buNone/>
            </a:pPr>
            <a:r>
              <a:rPr lang="en-US" sz="1250" dirty="0">
                <a:solidFill>
                  <a:srgbClr val="2E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— model architecture (code)   (scroll to the pre-run output)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are tuned on held-out subjects and judged once on 9 unseen test subjects by macro-F1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Subject-disjoint validation — no subject leaks between train and validation.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weights all six classes equally, so small classes can't be ignored.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official test split is used a single time, for the final numbers only.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Fourier+Transformer is the best raw-signal model — 94.8% on unseen subjects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5" name="Image 0" descr="assets/results_model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521208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0" y="1325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see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852160" y="169164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Beats the time-only Transformer and the classical 6-feature baselines.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checkpoint (with augmentation) reaches 94.8% accuracy / 0.948 F1.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Engineered-feature baselines (dashed) stay competitive — an honest caveat.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49884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results on the UCI HAR test split (2,947 windows).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4736592"/>
            <a:ext cx="8229600" cy="310896"/>
          </a:xfrm>
          <a:prstGeom prst="roundRect">
            <a:avLst>
              <a:gd name="adj" fmla="val 17647"/>
            </a:avLst>
          </a:prstGeom>
          <a:solidFill>
            <a:srgbClr val="E8F3EC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36592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↪  SWITCH TO NOTEBOOK  </a:t>
            </a:r>
            <a:pPr algn="l" indent="0" marL="0">
              <a:buNone/>
            </a:pPr>
            <a:r>
              <a:rPr lang="en-US" sz="1250" dirty="0">
                <a:solidFill>
                  <a:srgbClr val="2E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 — live inference demo   (scroll to the pre-run output)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are confined to sitting ↔ standing; dynamic vs static separation is essentially perfect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5" name="Image 0" descr="assets/results_confusion_fouri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521208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0" y="1325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see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852160" y="169164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confusion between the walking group and the static group.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Laying is classified perfectly (537/537).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real error is the near-DC sitting/standing pair (boxed).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49884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results on the UCI HAR test split (2,947 windows).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encoding and patching drive the gains; extra depth does not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5" name="Image 0" descr="assets/results_architecture_ab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521208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0" y="1325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see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852160" y="169164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positional encoding hurts the most.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Patch-8 tokens beat per-timestep tokens.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layers / 8 heads add little over the 2-layer, 4-head model.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49884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macro-F1, architecture ablation.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Acceleration carries the signal; gyroscope alone is near-chance — but all sensors together win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5" name="Image 0" descr="assets/results_sensor_ab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521208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0" y="1325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see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852160" y="169164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9 channels give the best score.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Acceleration alone is strong; gyroscope alone collapses to ~0.48 F1.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which signals a deployment must capture.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49884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macro-F1, sensor ablation.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·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five business success criteria from HW1 are met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pipeline raw sensors → activity label  ✓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metrics on a subject-disjoint split (accuracy, P/R/F1, confusion)  ✓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the main activities — 0% dynamic↔static error  ✓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discussed (UCI vs live phone: orientation &amp; sampling shift)  ✓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Reproducible, readable code (helper modules, fixed seed, notebooks)  ✓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·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ships as a self-contained Docker container that runs anywhere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5" name="Image 0" descr="assets/deploy_docker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521208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0" y="1325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see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852160" y="169164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image bundles the Flask API, the model code, the preprocessing and the trained checkpoint.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python:3.11-slim with a self-contained torch install — no local setup needed.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Pushed to Docker Hub, then pulled and run on a cloud RunPod pod.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Exposes HTTP on :5050 — a live dashboard plus a /data ingest endpoint, served by gunicorn.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·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runs window-by-window: phone stream to activity label in real time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5" name="Image 0" descr="assets/deploy_inference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521208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0" y="1325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see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852160" y="169164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phone HTTP-POSTs accelerometer + gyroscope (~50 Hz) to /data.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forms the last 2.56 s as a 128×9 window and z-scores it with the saved training stats.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Fourier+Transformer outputs six probabilities; an EMA smooths them over time.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polls /state — tens of milliseconds per window on CPU.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·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Cross-device orientation shift is the main deployment risk — monitor confidence and retrain on in-the-wild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a new phone/position changes which axis gravity falls on.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prediction confidence and calibration (ECE) on the live stream.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retraining when confidence drifts or new users/devices appear.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 add orientation-invariant features and collect more subjects.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 Transformer reads raw sensor windows well: </a:t>
            </a:r>
            <a:pPr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Fourier+Transformer reaches 94.8% accuracy on unseen subjects.</a:t>
            </a:r>
            <a:endParaRPr lang="en-US" sz="18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Frequency information matters: </a:t>
            </a:r>
            <a:pPr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fusing the FFT branch fixes the sitting/standing confusion and lifts macro-F1.</a:t>
            </a:r>
            <a:endParaRPr lang="en-US" sz="18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The system is deployable: </a:t>
            </a:r>
            <a:pPr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predicts in real time on CPU and meets every business success criterion.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&amp; notebooks reproduce every figure  ·  daniel / almog / lior / ilay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activity recognition from my phone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331720"/>
            <a:ext cx="219456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8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service from the previous slides, running on a RunPod GPU pod (image pulled from Docker Hub).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8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phone streams its accelerometer + gyroscope to the pod's public URL.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8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predicts the activity live in the browser dashboard.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8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→ walk, sit, lie down — the prediction follows in real time.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Anguita, D., Ghio, A., Oneto, L., Parra, X., &amp; Reyes-Ortiz, J. L. (2013). A Public Domain Dataset for Human Activity Recognition Using Smartphones. ESANN.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Vaswani, A. et al. (2017). Attention Is All You Need. NeurIPS.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Naegle, K. M. (2021). Ten simple rules for effective presentation slides. PLOS Computational Biology, 17(12).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Wirth, R. &amp; Hipp, J. (2000). CRISP-DM: Towards a Standard Process Model for Data Mining.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Human Activity Recognition</dc:title>
  <dc:subject>PptxGenJS Presentation</dc:subject>
  <dc:creator>HAR project team</dc:creator>
  <cp:lastModifiedBy>HAR project team</cp:lastModifiedBy>
  <cp:revision>1</cp:revision>
  <dcterms:created xsi:type="dcterms:W3CDTF">2026-06-27T20:09:17Z</dcterms:created>
  <dcterms:modified xsi:type="dcterms:W3CDTF">2026-06-27T20:09:17Z</dcterms:modified>
</cp:coreProperties>
</file>